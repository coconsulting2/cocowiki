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182880"/>
          <a:ext cx="11704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1828800"/>
                <a:gridCol w="3108960"/>
              </a:tblGrid>
              <a:tr h="300445">
                <a:tc gridSpan="4"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Arial"/>
                        </a:rPr>
                        <a:t>Nombre del proyecto: Coconsulting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/>
                        </a:rPr>
                        <a:t>Test Case Template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Número de identificación de caso de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TC-S3-001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Erick Morales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Prioridad de la prueba (Bajo/Medio/Alto):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27/03/2026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Nombre del módulo: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Almacenamiento S3 — POST /api/files/upload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Emiliano Delgadillo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Título de la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Upload exitoso a S3 con archivo PDF válido y JWT autenticado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0045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Descripción: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Verificar que un usuario autenticado puede subir un archivo PDF válido (&lt;10MB) a S3 y recibe la key y bucket correctos con estructura orgId/viajeId/uuid/filename.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2423160"/>
          <a:ext cx="117043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828800"/>
                <a:gridCol w="1828800"/>
                <a:gridCol w="1828800"/>
                <a:gridCol w="1280160"/>
                <a:gridCol w="2194560"/>
              </a:tblGrid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Precondiciones: </a:t>
                      </a:r>
                      <a:r>
                        <a:rPr sz="800">
                          <a:latin typeface="Arial"/>
                        </a:rPr>
                        <a:t>Servidor backend corriendo; AWS S3 configurado (AWS_REGION y AWS_S3_BUCKET en .env); usuario autenticado con JWT válido; archivo PDF de prueba &lt;10MB disponible.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Dependencias: </a:t>
                      </a:r>
                      <a:r>
                        <a:rPr sz="800">
                          <a:latin typeface="Arial"/>
                        </a:rPr>
                        <a:t>Postman, AWS S3 test environment, JWT válido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Prueba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esperado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Estatus (pasó, falló)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Notas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JWT válido, archivo PDF (5MB), orgId='org-test' y viajeId='viaje-001'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Header: Authorization: Bearer &lt;token&gt;; Body: multipart/form-data { file: test.pdf (5MB), orgId: 'org-test', viajeId: 'viaje-001'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201 con { message, key, bucket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Verificar que la key S3 sigue el formato orgId/viajeId/uuid/filename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Campo 'key' de la respuesta del paso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Key con formato: org-test/viaje-001/&lt;uuid&gt;/test.pdf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El UUID es generado por randomUUID() en storageService.buildObjectKey()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Verificar que el archivo existe en S3 con cifrado AES256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aws s3api head-object --bucket &lt;bucket&gt; --key &lt;key&gt;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ServerSideEncryption: AES256, ContentType: application/pdf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storageService.upload() envía PutObjectCommand con ServerSideEncryption: 'AES256'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Repetir upload con imagen JPEG válida (2MB)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Header: Authorization: Bearer &lt;token&gt;; Body: multipart/form-data { file: foto.jpg (2MB), orgId: 'org-test', viajeId: 'viaje-001'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201 con key y bucket; ContentType: image/jpeg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fileValidation.js permite: application/pdf, image/jpeg, image/png</a:t>
                      </a:r>
                    </a:p>
                  </a:txBody>
                  <a:tcPr anchor="ctr"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Postcondiciones: </a:t>
                      </a:r>
                      <a:r>
                        <a:rPr sz="800">
                          <a:latin typeface="Arial"/>
                        </a:rPr>
                        <a:t>Los archivos están almacenados en S3 con cifrado AES256 y keys únicas basadas en orgId/viajeId/UUID.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182880"/>
          <a:ext cx="11704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1828800"/>
                <a:gridCol w="3108960"/>
              </a:tblGrid>
              <a:tr h="300445">
                <a:tc gridSpan="4"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Arial"/>
                        </a:rPr>
                        <a:t>Nombre del proyecto: Coconsulting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/>
                        </a:rPr>
                        <a:t>Test Case Template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Número de identificación de caso de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TC-S3-002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Erick Morales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Prioridad de la prueba (Bajo/Medio/Alto):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27/03/2026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Nombre del módulo: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Almacenamiento S3 — POST /api/files/upload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Emiliano Deyta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Título de la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Rechazo de archivo que excede el límite de 10MB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0045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Descripción: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Verificar que el middleware fileValidation rechaza archivos mayores a 10MB con HTTP 400 y mensaje descriptivo, sin que el archivo llegue a S3.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2423160"/>
          <a:ext cx="11704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828800"/>
                <a:gridCol w="1828800"/>
                <a:gridCol w="1828800"/>
                <a:gridCol w="1280160"/>
                <a:gridCol w="2194560"/>
              </a:tblGrid>
              <a:tr h="365760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Precondiciones: </a:t>
                      </a:r>
                      <a:r>
                        <a:rPr sz="800">
                          <a:latin typeface="Arial"/>
                        </a:rPr>
                        <a:t>Servidor backend corriendo; JWT válido; archivo de prueba &gt;10MB preparado (ej: archivo PDF de 15MB).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Dependencias: </a:t>
                      </a:r>
                      <a:r>
                        <a:rPr sz="800">
                          <a:latin typeface="Arial"/>
                        </a:rPr>
                        <a:t>Postman, JWT válido, archivo &gt;10MB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Prueba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esperado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Estatus (pasó, falló)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Notas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archivo PDF de exactamente 10MB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Header: Authorization: Bearer &lt;token&gt;; Body: file de 10MB exactos, orgId: 'org-test'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201 — archivo aceptado (10MB es el límite, no lo excede)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MAX_FILE_SIZE = 10 * 1024 * 1024 en fileValidation.js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archivo PDF de 15MB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Header: Authorization: Bearer &lt;token&gt;; Body: file de 15MB, orgId: 'org-test'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400, body: { error: 'File size exceeds the 10MB limit.'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handleMulterErrors captura MulterError code LIMIT_FILE_SIZE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Verificar que el archivo NO se subió a 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aws s3 ls s3://&lt;bucket&gt;/org-test/ --recursive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No existe ningún archivo nuevo de 15MB en el bucket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Multer rechaza antes de que el buffer llegue al controller</a:t>
                      </a:r>
                    </a:p>
                  </a:txBody>
                  <a:tcPr anchor="ctr"/>
                </a:tc>
              </a:tr>
              <a:tr h="365760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Postcondiciones: </a:t>
                      </a:r>
                      <a:r>
                        <a:rPr sz="800">
                          <a:latin typeface="Arial"/>
                        </a:rPr>
                        <a:t>El sistema rechaza archivos mayores a 10MB en la capa de middleware sin alcanzar S3.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182880"/>
          <a:ext cx="11704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1828800"/>
                <a:gridCol w="3108960"/>
              </a:tblGrid>
              <a:tr h="300445">
                <a:tc gridSpan="4"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Arial"/>
                        </a:rPr>
                        <a:t>Nombre del proyecto: Coconsulting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/>
                        </a:rPr>
                        <a:t>Test Case Template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Número de identificación de caso de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TC-S3-003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Erick Morales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Prioridad de la prueba (Bajo/Medio/Alto):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27/03/2026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Nombre del módulo: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Almacenamiento S3 — POST /api/files/upload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Santino Im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Título de la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Rechazo de archivos con MIME type no permitido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0045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Descripción: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Verificar que fileValidation rechaza archivos con MIME types fuera del whitelist (PDF, JPEG, PNG) y retorna HTTP 400 con mensaje descriptivo.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2423160"/>
          <a:ext cx="11704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828800"/>
                <a:gridCol w="1828800"/>
                <a:gridCol w="1828800"/>
                <a:gridCol w="1280160"/>
                <a:gridCol w="2194560"/>
              </a:tblGrid>
              <a:tr h="355600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Precondiciones: </a:t>
                      </a:r>
                      <a:r>
                        <a:rPr sz="800">
                          <a:latin typeface="Arial"/>
                        </a:rPr>
                        <a:t>Servidor backend corriendo; JWT válido; archivos de prueba con distintas extensiones: .exe, .zip, .txt, .svg, .gif.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5600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Dependencias: </a:t>
                      </a:r>
                      <a:r>
                        <a:rPr sz="800">
                          <a:latin typeface="Arial"/>
                        </a:rPr>
                        <a:t>Postman, JWT válido, archivos de distintos tipos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Prueba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esperado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Estatus (pasó, falló)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Notas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archivo .exe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Header: Authorization: Bearer &lt;token&gt;; Body: file: malware.exe (application/x-msdownload), orgId: 'org-test'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400, body: { error: 'Invalid file type. Only PDF, JPEG, and PNG are allowed.'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fileFilter en fileValidation.js verifica contra allowedMimeTypes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archivo .zip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Header: Authorization: Bearer &lt;token&gt;; Body: file: archive.zip (application/zip)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400, body: { error: 'Invalid file type. Only PDF, JPEG, and PNG are allowed.'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archivo 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Header: Authorization: Bearer &lt;token&gt;; Body: file: notes.txt (text/plain)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400, body: { error: 'Invalid file type. Only PDF, JPEG, and PNG are allowed.'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archivo .gif (image/gif — tipo imagen pero no en whitelist)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Header: Authorization: Bearer &lt;token&gt;; Body: file: animation.gif (image/gif)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400 — GIF no está en allowedMimeTypes aunque sea imagen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Solo image/jpeg e image/png están permitidos, image/gif no.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archivo con extensión .pdf pero MIME type falsificado (text/plain renombrado a .pdf)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Header: Authorization: Bearer &lt;token&gt;; Body: file: fake.pdf (Content-Type manual: text/plain)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400 — Multer valida por mimetype del archivo, no por extensión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La validación se basa en file.mimetype que Multer extrae del Content-Type del multipart</a:t>
                      </a:r>
                    </a:p>
                  </a:txBody>
                  <a:tcPr anchor="ctr"/>
                </a:tc>
              </a:tr>
              <a:tr h="355600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Postcondiciones: </a:t>
                      </a:r>
                      <a:r>
                        <a:rPr sz="800">
                          <a:latin typeface="Arial"/>
                        </a:rPr>
                        <a:t>El sistema rechaza todos los MIME types fuera del whitelist [application/pdf, image/jpeg, image/png].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182880"/>
          <a:ext cx="11704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1828800"/>
                <a:gridCol w="3108960"/>
              </a:tblGrid>
              <a:tr h="300445">
                <a:tc gridSpan="4"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Arial"/>
                        </a:rPr>
                        <a:t>Nombre del proyecto: Coconsulting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/>
                        </a:rPr>
                        <a:t>Test Case Template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Número de identificación de caso de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TC-S3-004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Erick Morales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Prioridad de la prueba (Bajo/Medio/Alto):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27/03/2026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Nombre del módulo: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Almacenamiento S3 — GET /api/files/:id/download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Kevin Esquivel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Título de la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Seguridad: acceso cross-org a archivos de otra organización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0045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Descripción: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Verificar si un usuario autenticado de una organización puede generar pre-signed URLs para archivos de otra organización. Evaluar la brecha de seguridad en el endpoint de descarga.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2423160"/>
          <a:ext cx="117043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828800"/>
                <a:gridCol w="1828800"/>
                <a:gridCol w="1828800"/>
                <a:gridCol w="1280160"/>
                <a:gridCol w="2194560"/>
              </a:tblGrid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Precondiciones: </a:t>
                      </a:r>
                      <a:r>
                        <a:rPr sz="800">
                          <a:latin typeface="Arial"/>
                        </a:rPr>
                        <a:t>Dos usuarios de organizaciones distintas con JWT válidos; archivo previamente subido por org-A en S3 con key conocida: org-A/viaje-001/&lt;uuid&gt;/confidential.pdf.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Dependencias: </a:t>
                      </a:r>
                      <a:r>
                        <a:rPr sz="800">
                          <a:latin typeface="Arial"/>
                        </a:rPr>
                        <a:t>Postman, 2 JWT válidos (org-A y org-B), AWS S3 test environment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Prueba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esperado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Estatus (pasó, falló)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Notas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Con JWT de org-A, subir archivo confidencial a 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JWT org-A; file: confidential.pdf; orgId: 'org-A'; viajeId: 'viaje-001'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201 con key: org-A/viaje-001/&lt;uuid&gt;/confidential.pdf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Se obtiene la key del archivo de org-A para usarla en paso 2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Con JWT de org-B, intentar descargar el archivo de org-A usando la key obtenida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GET /api/files/&lt;encoded-key-org-A&gt;/download; Header: Authorization: Bearer &lt;token-org-B&gt;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403 — acceso denegado: usuario no pertenece a la organización del archivo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BRECHA POTENCIAL: downloadFile() en fileController.js NO valida que req.user.orgId coincida con el orgId en la key S3. Solo verifica que exista JWT válido.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Verificar si la pre-signed URL generada permite descarga directa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Abrir la URL del paso 2 en navegador (sin headers de auth)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Si se generó URL en paso 2: archivo descargable sin autenticación durante 15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Las pre-signed URLs de S3 son auto-contenidas. Si se genera una, cualquiera puede descargar durante PRESIGNED_TTL_SECONDS (900s).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Con JWT de org-B, intentar subir archivo a path de org-A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JWT org-B; file: inject.pdf; orgId: 'org-A'; viajeId: 'viaje-001'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403 — no debe poder subir archivos a otra organización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BRECHA POTENCIAL: uploadFile() toma orgId de req.body sin validar contra req.user.orgId. Permite overwrite de namespace.</a:t>
                      </a:r>
                    </a:p>
                  </a:txBody>
                  <a:tcPr anchor="ctr"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Postcondiciones: </a:t>
                      </a:r>
                      <a:r>
                        <a:rPr sz="800">
                          <a:latin typeface="Arial"/>
                        </a:rPr>
                        <a:t>Se identifica si existe brecha de seguridad cross-org en upload y download. Si los pasos 2 y 4 retornan 200/201 en lugar de 403, se documenta como defecto de seguridad.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182880"/>
          <a:ext cx="11704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1828800"/>
                <a:gridCol w="3108960"/>
              </a:tblGrid>
              <a:tr h="300445">
                <a:tc gridSpan="4"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Arial"/>
                        </a:rPr>
                        <a:t>Nombre del proyecto: Coconsulting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/>
                        </a:rPr>
                        <a:t>Test Case Template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Número de identificación de caso de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TC-S3-005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Erick Morales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Prioridad de la prueba (Bajo/Medio/Alto):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27/03/2026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Nombre del módulo: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Almacenamiento S3 — Pre-signed URLs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Leonardo Rodriguez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Título de la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Pre-signed URL expira después de 15 minutos (PRESIGNED_TTL_SECONDS)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0045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Descripción: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Verificar que las pre-signed URLs generadas por getPresignedUrl() expiran después de 900 segundos (15 min) y retornan error de acceso tras expiración.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2423160"/>
          <a:ext cx="117043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828800"/>
                <a:gridCol w="1828800"/>
                <a:gridCol w="1828800"/>
                <a:gridCol w="1280160"/>
                <a:gridCol w="2194560"/>
              </a:tblGrid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Precondiciones: </a:t>
                      </a:r>
                      <a:r>
                        <a:rPr sz="800">
                          <a:latin typeface="Arial"/>
                        </a:rPr>
                        <a:t>Archivo previamente subido a S3; JWT válido; reloj del sistema sincronizado; capacidad de esperar 16 minutos entre pasos.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Dependencias: </a:t>
                      </a:r>
                      <a:r>
                        <a:rPr sz="800">
                          <a:latin typeface="Arial"/>
                        </a:rPr>
                        <a:t>Postman, JWT válido, AWS S3 test environment, cronómetro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Prueba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esperado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Estatus (pasó, falló)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Notas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Generar pre-signed URL para un archivo existente en 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GET /api/files/&lt;encoded-key&gt;/download; Header: Authorization: Bearer &lt;token&gt;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200 con { url: 'https://&lt;bucket&gt;.s3.&lt;region&gt;.amazonaws.com/...'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Guardar la URL y registrar la hora exacta de generación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Acceder a la pre-signed URL inmediatamente (dentro de 1 minuto)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GET &lt;pre-signed URL&gt; en navegador o curl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200 — archivo descargado correctamente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Esperar 16 minutos y acceder a la misma pre-signed 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GET &lt;misma pre-signed URL&gt; después de 16 minutos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403 AccessDenied — Request has expired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PRESIGNED_TTL_SECONDS = 15 * 60 = 900s en storageService.js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Generar nueva pre-signed URL para el mismo archivo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GET /api/files/&lt;encoded-key&gt;/download; Header: Authorization: Bearer &lt;token&gt;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200 con nueva URL funcional (distinta a la anterior)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Cada llamada genera una URL nueva con timestamp actualizado</a:t>
                      </a:r>
                    </a:p>
                  </a:txBody>
                  <a:tcPr anchor="ctr"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Postcondiciones: </a:t>
                      </a:r>
                      <a:r>
                        <a:rPr sz="800">
                          <a:latin typeface="Arial"/>
                        </a:rPr>
                        <a:t>Las pre-signed URLs expiran correctamente a los 15 minutos. URLs expiradas retornan 403 de AWS S3.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182880"/>
          <a:ext cx="11704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1828800"/>
                <a:gridCol w="3108960"/>
              </a:tblGrid>
              <a:tr h="300445">
                <a:tc gridSpan="4"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Arial"/>
                        </a:rPr>
                        <a:t>Nombre del proyecto: Coconsulting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/>
                        </a:rPr>
                        <a:t>Test Case Template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Número de identificación de caso de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TC-S3-006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Erick Morales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Prioridad de la prueba (Bajo/Medio/Alto):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27/03/2026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Nombre del módulo: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Almacenamiento S3 — Autenticación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Mariano Carretero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Título de la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Rechazo de upload y download sin JWT o con JWT inválido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0045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Descripción: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Verificar que los endpoints de S3 (/upload y /:id/download) requieren JWT válido mediante el middleware authenticateToken y rechazan peticiones sin autenticación.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2423160"/>
          <a:ext cx="117043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828800"/>
                <a:gridCol w="1828800"/>
                <a:gridCol w="1828800"/>
                <a:gridCol w="1280160"/>
                <a:gridCol w="2194560"/>
              </a:tblGrid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Precondiciones: </a:t>
                      </a:r>
                      <a:r>
                        <a:rPr sz="800">
                          <a:latin typeface="Arial"/>
                        </a:rPr>
                        <a:t>Servidor backend corriendo; archivo de prueba disponible; JWT expirado preparado.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Dependencias: </a:t>
                      </a:r>
                      <a:r>
                        <a:rPr sz="800">
                          <a:latin typeface="Arial"/>
                        </a:rPr>
                        <a:t>Postman, JWT expirado, archivo de prueba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Prueba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esperado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Estatus (pasó, falló)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Notas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sin header Authorization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Sin header Authorization; Body: file: test.pdf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401 — Token requerido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authenticateToken en fileRoutes.js protege esta ruta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JWT expirado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Authorization: Bearer &lt;token-expirado&gt;; Body: file: test.pdf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401 — Token expirado o inválido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auth.js verifica expiración del JWT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GET /:id/download sin header Authorization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GET /api/files/&lt;encoded-key&gt;/download; Sin header Authorization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401 — Token requerido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JWT manipulado (payload alterado)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Authorization: Bearer &lt;token-con-payload-modificado&gt;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401 — Firma inválida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JWT con payload cambiado manualmente no pasa verificación de firma</a:t>
                      </a:r>
                    </a:p>
                  </a:txBody>
                  <a:tcPr anchor="ctr"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Postcondiciones: </a:t>
                      </a:r>
                      <a:r>
                        <a:rPr sz="800">
                          <a:latin typeface="Arial"/>
                        </a:rPr>
                        <a:t>Los endpoints S3 rechazan peticiones sin autenticación válida. Ningún archivo se sube o descarga sin JWT verificado.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182880"/>
          <a:ext cx="11704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1828800"/>
                <a:gridCol w="3108960"/>
              </a:tblGrid>
              <a:tr h="300445">
                <a:tc gridSpan="4"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Arial"/>
                        </a:rPr>
                        <a:t>Nombre del proyecto: Coconsulting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/>
                        </a:rPr>
                        <a:t>Test Case Template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Número de identificación de caso de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TC-S3-007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Erick Morales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Prioridad de la prueba (Bajo/Medio/Alto):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27/03/2026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Nombre del módulo: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Almacenamiento S3 — storageService.buildObjectKey()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Hector Lugo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Título de la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Sanitización previene path traversal en orgId, viajeId y fileName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0045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Descripción: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Verificar que buildObjectKey() sanitiza correctamente los inputs para prevenir ataques de path traversal, inyección de paths y caracteres especiales en las keys de S3.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2423160"/>
          <a:ext cx="117043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828800"/>
                <a:gridCol w="1828800"/>
                <a:gridCol w="1828800"/>
                <a:gridCol w="1280160"/>
                <a:gridCol w="2194560"/>
              </a:tblGrid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Precondiciones: </a:t>
                      </a:r>
                      <a:r>
                        <a:rPr sz="800">
                          <a:latin typeface="Arial"/>
                        </a:rPr>
                        <a:t>Servidor backend corriendo; JWT válido; conocimiento del formato de key: {orgId}/{viajeId}/{uuid}/{filename}.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Dependencias: </a:t>
                      </a:r>
                      <a:r>
                        <a:rPr sz="800">
                          <a:latin typeface="Arial"/>
                        </a:rPr>
                        <a:t>Postman, JWT válido, AWS S3 test environment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Prueba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esperado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Estatus (pasó, falló)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Notas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upload con orgId que intenta path traversal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orgId: '../../etc/passwd'; viajeId: 'viaje-001'; file: test.pdf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201; key sanitizada: 'etcpasswd/viaje-001/&lt;uuid&gt;/test.pdf' (sin ../ ni /)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buildObjectKey() aplica replace(/[^a-zA-Z0-9-_]/g, '') a orgId — elimina puntos y slashes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upload con fileName que intenta path traversal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orgId: 'org-test'; viajeId: 'viaje-001'; file.originalname: '../../../etc/shadow'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201; key con filename sanitizado: 'org-test/viaje-001/&lt;uuid&gt;/shadow' o '___etc_shadow'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path.basename() extrae solo el nombre; replace(/[^a-zA-Z0-9._-]/g, '_') limpia caracteres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upload con caracteres especiales en viajeId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orgId: 'org-test'; viajeId: '&lt;script&gt;alert(1)&lt;/script&gt;'; file: test.pdf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201; viajeId sanitizado a 'scriptalert1script' en la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Solo [a-zA-Z0-9-_] sobrevive la sanitización de viajeId</a:t>
                      </a:r>
                    </a:p>
                  </a:txBody>
                  <a:tcPr anchor="ctr"/>
                </a:tc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upload con orgId vacío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orgId: ''; viajeId: 'viaje-001'; file: test.pdf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201; orgId fallback a req.user.orgId o 'defaultOrg'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fileController.uploadFile(): orgId = req.body.orgId || req.user?.orgId || 'defaultOrg'</a:t>
                      </a:r>
                    </a:p>
                  </a:txBody>
                  <a:tcPr anchor="ctr"/>
                </a:tc>
              </a:tr>
              <a:tr h="360045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Postcondiciones: </a:t>
                      </a:r>
                      <a:r>
                        <a:rPr sz="800">
                          <a:latin typeface="Arial"/>
                        </a:rPr>
                        <a:t>La función buildObjectKey() previene path traversal y genera keys S3 seguras con UUID para evitar colisiones.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182880"/>
          <a:ext cx="11704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1828800"/>
                <a:gridCol w="3108960"/>
              </a:tblGrid>
              <a:tr h="300445">
                <a:tc gridSpan="4"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Arial"/>
                        </a:rPr>
                        <a:t>Nombre del proyecto: Coconsulting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 gridSpan="4"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/>
                        </a:rPr>
                        <a:t>Test Case Template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Número de identificación de caso de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TC-S3-008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Erick Morales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Prioridad de la prueba (Bajo/Medio/Alto):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diseñada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27/03/2026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Nombre del módulo: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Almacenamiento S3 — POST /api/files/upload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por: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Emiliano Delgadillo</a:t>
                      </a:r>
                    </a:p>
                  </a:txBody>
                  <a:tcPr anchor="ctr"/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Título de la prueba: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Rechazo de request sin archivo adjunto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Prueba ejecutada el: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</a:tr>
              <a:tr h="30045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Descripción: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rial"/>
                        </a:rPr>
                        <a:t>Verificar que el endpoint de upload rechaza peticiones que no incluyen archivo en el campo 'file' del multipart form-data.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2423160"/>
          <a:ext cx="11704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828800"/>
                <a:gridCol w="1828800"/>
                <a:gridCol w="1828800"/>
                <a:gridCol w="1280160"/>
                <a:gridCol w="2194560"/>
              </a:tblGrid>
              <a:tr h="365760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Precondiciones: </a:t>
                      </a:r>
                      <a:r>
                        <a:rPr sz="800">
                          <a:latin typeface="Arial"/>
                        </a:rPr>
                        <a:t>Servidor backend corriendo; JWT válido.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Dependencias: </a:t>
                      </a:r>
                      <a:r>
                        <a:rPr sz="800">
                          <a:latin typeface="Arial"/>
                        </a:rPr>
                        <a:t>Postman, JWT válido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Prueba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esperado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Resultado 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Estatus (pasó, falló)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Notas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sin campo 'file' en el body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Authorization: Bearer &lt;token&gt;; Body: { orgId: 'org-test', viajeId: 'viaje-001' } (sin archivo)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400, body: { error: 'File is required.'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fileController.uploadFile() verifica: if (!req.file) return 400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campo 'file' vacío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Authorization: Bearer &lt;token&gt;; Body: multipart con field 'file' sin contenido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400, body: { error: 'File is required.'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Multer no asigna req.file si el campo está vacío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Enviar POST /api/files/upload con nombre de campo incorrecto ('archivo' en vez de 'file')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POST /api/files/upload; Authorization: Bearer &lt;token&gt;; Body: multipart { archivo: test.pdf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HTTP 400 — Multer configurado con .single('file'), ignora otros campos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latin typeface="Arial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latin typeface="Arial"/>
                        </a:rPr>
                        <a:t>fileValidation.single('file') solo procesa el campo llamado 'file'</a:t>
                      </a:r>
                    </a:p>
                  </a:txBody>
                  <a:tcPr anchor="ctr"/>
                </a:tc>
              </a:tr>
              <a:tr h="365760">
                <a:tc gridSpan="7">
                  <a:txBody>
                    <a:bodyPr wrap="square"/>
                    <a:lstStyle/>
                    <a:p>
                      <a:r>
                        <a:rPr sz="800" b="1">
                          <a:latin typeface="Arial"/>
                        </a:rPr>
                        <a:t>Postcondiciones: </a:t>
                      </a:r>
                      <a:r>
                        <a:rPr sz="800">
                          <a:latin typeface="Arial"/>
                        </a:rPr>
                        <a:t>El endpoint valida la presencia del archivo antes de intentar la operación de upload a S3.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